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972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NVIDIA 젠슨 황 발언 정리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NotebookLM source summary 기반, InferenceX 관점의 추론 인프라 해석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문제 제기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젠슨 황은 TPU와 Trainium이 단순 칩 경쟁만으로는 NVIDIA를 이기기 어렵다고 주장했다.</a:t>
            </a:r>
          </a:p>
          <a:p>
            <a:pPr>
              <a:spcAft>
                <a:spcPts val="1000"/>
              </a:spcAft>
              <a:defRPr sz="2000"/>
            </a:pPr>
            <a:r>
              <a:t>핵심 프레임은 GPU 속도 비교가 아니라 전체 추론 스택의 완성도와 경제성이다.</a:t>
            </a:r>
          </a:p>
          <a:p>
            <a:pPr>
              <a:spcAft>
                <a:spcPts val="1000"/>
              </a:spcAft>
              <a:defRPr sz="2000"/>
            </a:pPr>
            <a:r>
              <a:t>영상은 이 주장과 함께 SemiAnalysis의 InferenceX를 중요한 기준으로 제시한다.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핵심 주장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추론 경쟁의 본질은 단일 칩이 아니라 하드웨어, 소프트웨어, 네트워크를 포함한 풀스택 경쟁이라는 주장</a:t>
            </a:r>
          </a:p>
          <a:p>
            <a:pPr>
              <a:spcAft>
                <a:spcPts val="1000"/>
              </a:spcAft>
              <a:defRPr sz="2000"/>
            </a:pPr>
            <a:r>
              <a:t>NVIDIA는 TCO, 즉 총 소유 비용 기준에서 우위를 주장</a:t>
            </a:r>
          </a:p>
          <a:p>
            <a:pPr>
              <a:spcAft>
                <a:spcPts val="1000"/>
              </a:spcAft>
              <a:defRPr sz="2000"/>
            </a:pPr>
            <a:r>
              <a:t>InferenceX 같은 공개 벤치마크에서 경쟁사도 검증받아야 한다는 메시지</a:t>
            </a:r>
          </a:p>
          <a:p>
            <a:pPr>
              <a:spcAft>
                <a:spcPts val="1000"/>
              </a:spcAft>
              <a:defRPr sz="2000"/>
            </a:pPr>
            <a:r>
              <a:t>CUDA와 커널 최적화 같은 소프트웨어 레이어가 성능을 계속 끌어올린다는 점</a:t>
            </a:r>
          </a:p>
          <a:p>
            <a:pPr>
              <a:spcAft>
                <a:spcPts val="1000"/>
              </a:spcAft>
              <a:defRPr sz="2000"/>
            </a:pPr>
            <a:r>
              <a:t>최종 경쟁력은 토큰당 비용과 운영 경제성이라는 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NVIDIA 우위 논리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범용 GPU 플랫폼으로 다양한 워크로드를 커버</a:t>
            </a:r>
          </a:p>
          <a:p>
            <a:pPr>
              <a:spcAft>
                <a:spcPts val="1000"/>
              </a:spcAft>
              <a:defRPr sz="2000"/>
            </a:pPr>
            <a:r>
              <a:t>AI Factory 관점의 통합 인프라와 오케스트레이션</a:t>
            </a:r>
          </a:p>
          <a:p>
            <a:pPr>
              <a:spcAft>
                <a:spcPts val="1000"/>
              </a:spcAft>
              <a:defRPr sz="2000"/>
            </a:pPr>
            <a:r>
              <a:t>프리필/디코드 분리와 KV 캐시 최적화 같은 시스템 레벨 최적화</a:t>
            </a:r>
          </a:p>
          <a:p>
            <a:pPr>
              <a:spcAft>
                <a:spcPts val="1000"/>
              </a:spcAft>
              <a:defRPr sz="2000"/>
            </a:pPr>
            <a:r>
              <a:t>소프트웨어 스택의 누적 효과로 시간이 갈수록 성능이 개선되는 구조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InferenceX의 의미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단일 점수가 아니라 인터랙티비티, 스루풋, 비용, 운영 관점을 함께 보는 다차원 벤치마크다.</a:t>
            </a:r>
          </a:p>
          <a:p>
            <a:pPr>
              <a:spcAft>
                <a:spcPts val="1000"/>
              </a:spcAft>
              <a:defRPr sz="2000"/>
            </a:pPr>
            <a:r>
              <a:t>토큰당 비용과 GPU 활용도를 함께 비교하면서 추론 서비스의 경제성을 드러낸다.</a:t>
            </a:r>
          </a:p>
          <a:p>
            <a:pPr>
              <a:spcAft>
                <a:spcPts val="1000"/>
              </a:spcAft>
              <a:defRPr sz="2000"/>
            </a:pPr>
            <a:r>
              <a:t>벤치마크 공개 여부 자체가 경쟁사의 자신감과 투명성을 가늠하는 장치로 쓰인다.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균형 잡힌 해석과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TPU와 Trainium은 내부 서비스 최적화 목적의 ASIC으로 여전히 의미가 큼</a:t>
            </a:r>
          </a:p>
          <a:p>
            <a:pPr>
              <a:spcAft>
                <a:spcPts val="1000"/>
              </a:spcAft>
              <a:defRPr sz="2000"/>
            </a:pPr>
            <a:r>
              <a:t>벤치마크 프레임 자체가 NVIDIA에 유리할 수 있다는 점은 감안해야 함</a:t>
            </a:r>
          </a:p>
          <a:p>
            <a:pPr>
              <a:spcAft>
                <a:spcPts val="1000"/>
              </a:spcAft>
              <a:defRPr sz="2000"/>
            </a:pPr>
            <a:r>
              <a:t>결국 워크로드와 운영 목표에 따라 최적 선택은 달라질 수 있음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실무 시사점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Peak FLOPS보다 cost per token과 latency-throughput 균형을 봐야 함</a:t>
            </a:r>
          </a:p>
          <a:p>
            <a:pPr>
              <a:spcAft>
                <a:spcPts val="1000"/>
              </a:spcAft>
              <a:defRPr sz="2000"/>
            </a:pPr>
            <a:r>
              <a:t>하드웨어보다 소프트웨어 역량 내재화가 더 큰 차이를 만들 수 있음</a:t>
            </a:r>
          </a:p>
          <a:p>
            <a:pPr>
              <a:spcAft>
                <a:spcPts val="1000"/>
              </a:spcAft>
              <a:defRPr sz="2000"/>
            </a:pPr>
            <a:r>
              <a:t>고정 워크로드는 전용 가속기, 범용 워크로드는 GPU가 유리할 수 있음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이 영상의 메시지는 NVIDIA가 무조건 이긴다가 아니라, 추론 인프라 경쟁의 평가 기준이 바뀌고 있다는 데 있다.</a:t>
            </a:r>
          </a:p>
          <a:p>
            <a:pPr>
              <a:spcAft>
                <a:spcPts val="1000"/>
              </a:spcAft>
              <a:defRPr sz="2000"/>
            </a:pPr>
            <a:r>
              <a:t>기업은 칩 이름보다 워크로드, 운영 구조, 비용 모델, 소프트웨어 역량을 함께 봐야 한다.</a:t>
            </a:r>
          </a:p>
          <a:p>
            <a:pPr>
              <a:spcAft>
                <a:spcPts val="1000"/>
              </a:spcAft>
              <a:defRPr sz="2000"/>
            </a:pPr>
            <a:r>
              <a:t>원본 영상: https://youtu.be/IqOAbG6XiZQ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