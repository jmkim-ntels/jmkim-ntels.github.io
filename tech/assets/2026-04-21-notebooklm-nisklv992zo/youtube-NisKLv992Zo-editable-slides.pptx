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Malgun Gothic"/>
              </a:rPr>
              <a:t>AI 주간 업데이트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563EB"/>
                </a:solidFill>
                <a:latin typeface="Malgun Gothic"/>
              </a:rPr>
              <a:t>YouTube 영상 기반 기술 브리핑, editable PPTX 대체 생성본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07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9728" cy="2011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95728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이 deck의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1508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이번 자료의 핵심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주요 업데이트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오픈소스와 로컬 모델 흐름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실무 시사점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경쟁 구도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결론과 액션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algun Gothic"/>
              </a:rPr>
              <a:t>Generated by openclaw-setup-editablepptx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algun Gothic"/>
              </a:rPr>
              <a:t>이번 자료의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42416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Claude Opus 4.7, Claude Design, GPT 이미지 품질 개선, Qwen 3.6, Video Use가 핵심 주제입니다.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생성형 AI 경쟁 축이 모델 성능에서 실무 실행력으로 이동하고 있습니다.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디자인, 개발, 영상 제작 자동화가 한 흐름으로 이어지고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10332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Malgun Gothic"/>
              </a:rPr>
              <a:t>NotebookLM 시각 아티팩트 생성 실패로 인해 로컬 editable PPTX로 대체 제작했습니다.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algun Gothic"/>
              </a:rPr>
              <a:t>주요 업데이트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0584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05840"/>
            <a:ext cx="109728" cy="1463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Claude Opus 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코딩과 실무 활용 성능 개선이 핵심 포인트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단순 벤치마크보다 업무 완결력 관점에서 주목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0584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005840"/>
            <a:ext cx="109728" cy="14630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Claude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417320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대화형 디자인, 프로토타입, 구현 흐름 연결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기존 디자인 툴 시장에 압박 요인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78608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78608"/>
            <a:ext cx="109728" cy="146304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68833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GPT 이미지 계열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한글 텍스트 렌더링 품질 개선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마케팅/보고서/블로그 썸네일 제작 활용성 상승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algun Gothic"/>
              </a:rPr>
              <a:t>오픈소스와 로컬 모델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0584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05840"/>
            <a:ext cx="109728" cy="1463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Qwen 3.6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오픈소스 진영의 경쟁력 강화 신호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중국 모델 생태계의 존재감 확대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0584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005840"/>
            <a:ext cx="109728" cy="14630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로컬 한국어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417320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한국어 친화적 로컬 모델 활용성 증가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보안과 비용 측면에서 선택지 확대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algun Gothic"/>
              </a:rPr>
              <a:t>실무 시사점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0584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05840"/>
            <a:ext cx="109728" cy="1463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개발자 역량 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알고리즘 테스트보다 AI 활용 실행력이 더 중요해짐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결과물을 빠르게 만드는 능력이 경쟁력으로 부상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0584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005840"/>
            <a:ext cx="109728" cy="14630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제작 자동화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417320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Video Use류 도구는 영상 제작 시간을 단축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소규모 팀, 1인 창업자에게 유리한 환경 조성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78608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78608"/>
            <a:ext cx="109728" cy="146304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68833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보안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공급망 보안 이슈는 여전히 주요 리스크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인기 툴과 플러그인도 검증 없이 신뢰하면 위험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algun Gothic"/>
              </a:rPr>
              <a:t>경쟁 구도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0584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05840"/>
            <a:ext cx="109728" cy="1463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모델 경쟁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Anthropic, OpenAI, Google, 중국 오픈소스 진영이 병행 경쟁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단순 성능보다 실사용 흐름 완성도가 중요해짐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0584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005840"/>
            <a:ext cx="109728" cy="14630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툴 경쟁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417320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Figma, Adobe 등 전통 툴과 AI 네이티브 툴 충돌 심화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에이전트형 제품이 기존 SaaS를 잠식할 가능성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algun Gothic"/>
              </a:rPr>
              <a:t>결론과 액션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42416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이번 주 흐름은 AI가 실무 전반을 더 빠르게 압축하고 있다는 점을 보여줍니다.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기술 블로그 관점에서는 모델 발표보다 실제 업무 변화 관점으로 해석하는 것이 중요합니다.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향후 주목 포인트는 디자인 자동화, 영상 자동화, 로컬 모델 실전성입니다.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10332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Malgun Gothic"/>
              </a:rPr>
              <a:t>원본 영상 링크는 https://youtu.be/NisKLv992Zo 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