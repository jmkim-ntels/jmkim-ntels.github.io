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686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F172A"/>
                </a:solidFill>
                <a:latin typeface="Malgun Gothic"/>
              </a:rPr>
              <a:t>AI 주간 업데이트 — 핵심 브리핑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563EB"/>
                </a:solidFill>
                <a:latin typeface="Malgun Gothic"/>
              </a:rPr>
              <a:t>NotebookLM 요약 기반, 발표/기술블로그용 Gamma-style 슬라이드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06070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9728" cy="20116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10287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이 deck의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0332720" cy="1508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1. 개요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2. 주요 제품 업데이트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3. 실무 시사점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4. 경쟁 구도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5. 결론 &amp; 액션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Malgun Gothic"/>
              </a:rPr>
              <a:t>Generated by openclaw-setup-editablepptx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1.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4241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이번 주 핵심: Claude Opus 4.7, Claude Design, GPT 이미지 개선, Qwen 3.6, Video Use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관점: 모델 성능보다 실무 실행력(디자인·개발·영상 자동화)이 중요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2. 주요 제품 업데이트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005840"/>
            <a:ext cx="109728" cy="1463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Claude Opus 4.7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코딩 성능, 에이전트 연동성 개선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생산성 중심 사용성 강조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005840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1005840"/>
            <a:ext cx="109728" cy="1463040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Claude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417320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대화→디자인→프로토타입→코드 흐름 연결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디자이너와 개발자 워크플로우 단축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507492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78608"/>
            <a:ext cx="109728" cy="1463040"/>
          </a:xfrm>
          <a:prstGeom prst="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68833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Malgun Gothic"/>
              </a:rPr>
              <a:t>GPT 이미지 계열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990088"/>
            <a:ext cx="4800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한글 텍스트 렌더링 개선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475569"/>
                </a:solidFill>
                <a:latin typeface="Malgun Gothic"/>
              </a:rPr>
              <a:t>블로그·마케팅 시각자료 활용성 증가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3. 실무 시사점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4241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단기: 콘텐츠 제작·프로토타이핑 비용·시간 단축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중기: 제품 개발 파이프라인에 AI 에이전트 통합 가속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리스크: 공급망 보안·검증 필요한 서드파티 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4. 경쟁 구도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4241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Anthropic vs OpenAI vs Google vs 중국 오픈소스(예: Qwen)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툴 경쟁: Figma/Adobe vs AI-native 디자인 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172A"/>
                </a:solidFill>
                <a:latin typeface="Malgun Gothic"/>
              </a:rPr>
              <a:t>5. 결론 &amp; 액션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42416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모니터 포인트: 디자인 자동화 도구 실무 적용 사례, Video Use 생산성 수치, 로컬 모델 파일럿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475569"/>
                </a:solidFill>
                <a:latin typeface="Malgun Gothic"/>
              </a:rPr>
              <a:t>추천 액션: 1) 디자인 자동화 PoC, 2) 내부 영상 후처리 파이프라인 테스트, 3) 로컬 모델 비용·보안 검토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194560"/>
            <a:ext cx="103327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04288"/>
            <a:ext cx="9875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Malgun Gothic"/>
              </a:rPr>
              <a:t>원본: https://youtu.be/NisKLv992Zo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19088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75569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